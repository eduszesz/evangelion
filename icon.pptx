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22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56BE7-2CFD-AC64-EB0E-A2967B569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46040A-755F-55EB-D743-D1687C0CD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27BBC6-3D1A-7995-FEE4-D28965C5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990D51-68C1-E557-B71B-C136A087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281181-97CB-55E2-25C4-C3D994501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7997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1FF86-CE81-5BBB-5871-EB889D16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D54930-13F4-F4C8-B48A-AE2DD0424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289E68-125A-0685-6960-8E867BAA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AD27AB-4EE2-F509-6E0B-EAFA2DAA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D3CFE1-A200-A01F-3BE8-664713C4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5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D52E4-47FE-371B-1287-DDE178EA3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7BA853-AAAA-B485-6546-E85550292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337349-4B16-8ADE-69BA-F3A489BFA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02DE31-5D02-B902-A5F8-633AC091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B4AB58-E0DA-DD83-6B0C-226CC6FA1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226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A4148-A9DF-41BB-9580-EE86D932E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2170EC-5B1B-296A-78C1-6295815C6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BABADE-6E71-C729-1DFC-9E9E3F975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12426E-1D3A-7519-ACCB-1F018004D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187F81-5A24-A06D-7727-75A5F69C0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E02277-9E69-5498-E06F-59AD0A05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431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3A223-2CC7-9BAE-BF69-8904AD9F0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6CDCE6-144C-0D1E-7A7F-3BADCD5ED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BC07E2-1CAA-D94F-6E6F-50278F7C0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7F8F79-CC43-CC04-D358-114DFF7A3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C7729C0-C040-EA47-E263-7B7D8CEC0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D260CC3-F2D4-BA7B-C696-5E107CD7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2DFAA0-B54A-678E-8D2A-11E26137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613F9C-8778-7252-7B7D-F398E7DE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01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3D24D-0DBB-C1D6-77DE-FBC47A34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17D8C51-F6CD-CA80-616A-C33AF427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427AB5-62CF-9203-A9D7-A01BDEB3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D521852-D02F-A505-E91D-5D8C67BB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50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DE550F-9802-032F-9A97-79D3B66C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0503A1-21C6-10AE-7C19-8F625C0B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4540C1-C264-3FB3-3F6D-184AA20D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611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C6E8F-FA4C-D5C3-D7A7-456F88D7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C44A6-812A-D831-A3DE-D7A9E5F69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22BAD7-3B1C-4342-D10E-436433C8F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CED8E0-5CDF-4B8A-4659-D53FFD82A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C79421-E4B5-CB29-65A1-DCAA9754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4CBA62-0078-A849-695E-4DFD9A2A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271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C0918-0BC6-57C3-250B-227DD9827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5B7AB5-FF7C-8954-207C-1C556B9B6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F0D823-F847-F658-0F82-C289F5104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DF1136-42C6-FCC1-D519-6E52DC002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864DED-79F4-BC59-D8CB-1BC2C3A5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AD3E8D-9174-355F-4B06-B7F5EA593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429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6A4CE-2B9B-FD40-4CAF-A7985DDE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228C10-311C-B2FF-F6AE-3271A74B1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912183-9F85-E7EC-08EB-4C64C040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050FE1-DE96-0809-C4E6-9553A03E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84ADA7-AB2F-DD8D-1D49-136D01B7B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870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C1D446-C51A-B954-0806-82967C632F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ABFBE3-F92F-0670-9F07-48F09C87C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14C4D1-7C66-FCF3-32B1-7BB8E4220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B71725-F62E-63D6-A15F-6DDC7281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BD5535-1FCF-900F-DB72-3DE95B01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83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BC4339B-E43E-352D-3633-DD5F6528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711559-351F-C2C1-6CA5-DCD6936E7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E7B108-CAF9-060A-6CF9-5C77BF863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300BF-860E-4D1C-BAF0-D47CFC2957C2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479237-2561-5D0D-0893-B2AAF9F54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D8F9C1-48A5-B728-C433-2CB4AE702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B1F9C-2FAC-455E-91CE-862A5C62B9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7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C205A11-F5D8-E914-7A91-D7B77F50F3C8}"/>
              </a:ext>
            </a:extLst>
          </p:cNvPr>
          <p:cNvSpPr/>
          <p:nvPr/>
        </p:nvSpPr>
        <p:spPr>
          <a:xfrm>
            <a:off x="1845400" y="2169000"/>
            <a:ext cx="2232000" cy="2232000"/>
          </a:xfrm>
          <a:prstGeom prst="roundRect">
            <a:avLst/>
          </a:prstGeom>
          <a:solidFill>
            <a:schemeClr val="tx1"/>
          </a:solidFill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0" b="1" dirty="0">
                <a:solidFill>
                  <a:srgbClr val="66FF33"/>
                </a:solidFill>
                <a:latin typeface="+mj-lt"/>
              </a:rPr>
              <a:t>@</a:t>
            </a:r>
          </a:p>
        </p:txBody>
      </p:sp>
    </p:spTree>
    <p:extLst>
      <p:ext uri="{BB962C8B-B14F-4D97-AF65-F5344CB8AC3E}">
        <p14:creationId xmlns:p14="http://schemas.microsoft.com/office/powerpoint/2010/main" val="15673715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Mioduski Szesz</dc:creator>
  <cp:lastModifiedBy>Eduardo Mioduski Szesz</cp:lastModifiedBy>
  <cp:revision>1</cp:revision>
  <dcterms:created xsi:type="dcterms:W3CDTF">2026-02-18T17:15:45Z</dcterms:created>
  <dcterms:modified xsi:type="dcterms:W3CDTF">2026-02-18T17:44:16Z</dcterms:modified>
</cp:coreProperties>
</file>